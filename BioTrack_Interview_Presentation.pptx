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20040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384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 :8081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978408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0424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 :8082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636776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00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 :8083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295144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Notif.  :8084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017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Complnc  :8085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611880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675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 :8086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270248"/>
            <a:ext cx="2514600" cy="475488"/>
          </a:xfrm>
          <a:prstGeom prst="rect">
            <a:avLst/>
          </a:prstGeom>
          <a:solidFill>
            <a:srgbClr val="0D306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334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 :8087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731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640080" y="1737360"/>
            <a:ext cx="32004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920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 Platform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Microservices Application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31546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154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31546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154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Microservices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31546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154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154680"/>
            <a:ext cx="10058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154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794760"/>
            <a:ext cx="5394960" cy="822960"/>
          </a:xfrm>
          <a:prstGeom prst="rect">
            <a:avLst/>
          </a:prstGeom>
          <a:solidFill>
            <a:srgbClr val="0D1E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8587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  ·  June 2026  ·  Full-Stack Java + React Developer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Spring Cloud Microservices + React 18 + MySQL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023360" cy="40416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325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involve patients, samples,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results, protocols &amp; compliance —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 disconnected spreadsheets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956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isolation — lab technicians see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data; researchers see audit logs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5877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workflow for protocol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or site activations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2186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audit trail for regulatory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8496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notifications when critical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happen across teams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841248"/>
            <a:ext cx="4251960" cy="40416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841248"/>
            <a:ext cx="42519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841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BioTrack Solution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1728" y="1344168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441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Microservices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1572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per domain — IAM, Patient, Sample, Protocol, Notifications, Compliance, Analytics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002536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025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6 Roles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223113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separation: ADMIN, CTM, LAB_TECH, RESEARCHER, REG_OFFICER, DATA_MANAGER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2660904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6090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00600" y="288950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submits → CTM/Admin approves/rejects with real-time notifications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3319272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31927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354787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 / UPDATE / DELETE / RESTORE auto-recorded in Compliance Service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977640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7764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00600" y="420624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their relevant stats, recent activity, and quick 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804672"/>
            <a:ext cx="2743200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8046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 (Port 5173)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98448"/>
            <a:ext cx="0" cy="320040"/>
          </a:xfrm>
          <a:prstGeom prst="line">
            <a:avLst/>
          </a:prstGeom>
          <a:noFill/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618488"/>
            <a:ext cx="3840480" cy="5303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6184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(Spring Cloud Gateway · Port 8080)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618488"/>
            <a:ext cx="2011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618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8761)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883664"/>
            <a:ext cx="3657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0" y="2148840"/>
            <a:ext cx="0" cy="228600"/>
          </a:xfrm>
          <a:prstGeom prst="line">
            <a:avLst/>
          </a:prstGeom>
          <a:noFill/>
          <a:ln w="1270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" y="2377440"/>
            <a:ext cx="1170432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7904" y="2377440"/>
            <a:ext cx="1170432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1790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52344" y="2377440"/>
            <a:ext cx="1170432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5234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6784" y="2377440"/>
            <a:ext cx="117043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8678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1224" y="2377440"/>
            <a:ext cx="117043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2122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Complnc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2377440"/>
            <a:ext cx="117043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5566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0104" y="2377440"/>
            <a:ext cx="117043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90104" y="237744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75320" y="2377440"/>
            <a:ext cx="0" cy="0"/>
          </a:xfrm>
          <a:prstGeom prst="line">
            <a:avLst/>
          </a:prstGeom>
          <a:noFill/>
          <a:ln w="12700">
            <a:solidFill>
              <a:srgbClr val="C0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biotrack_iam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1790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1790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biotrack_patient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0312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5234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5234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biotrack_sample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3756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678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biotrack_notif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2122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122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biotrack_complnc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0644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5566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biotrack_protocol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4088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90104" y="3246120"/>
            <a:ext cx="1170432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0104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biotrack_analytics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75320" y="2944368"/>
            <a:ext cx="0" cy="3017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Feign Clients (inter-service calls with JWT forwarding) 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4297680"/>
            <a:ext cx="20116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routes all requests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46120" y="429768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0440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Eureka: service discovery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72200" y="429768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independent DB schemas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2075688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2075688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2023.0.3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OpenFeign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JPA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70832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 (async rolling)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96312" y="804672"/>
            <a:ext cx="2075688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96312" y="804672"/>
            <a:ext cx="207568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804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06040" y="129844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06040" y="1737360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34056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tool)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176272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06040" y="2615184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34056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06040" y="3054096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34056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(analytics)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349300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3405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(state)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06040" y="3931920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34056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 inline styles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06040" y="4370832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34056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36592" y="804672"/>
            <a:ext cx="2075688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804672"/>
            <a:ext cx="2075688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804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46320" y="129844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 · 8h expiry)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0" y="1737360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4336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46320" y="2176272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2615184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74336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(method-level)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46320" y="3054096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74336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shouldNotFilter() pattern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46320" y="349300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7433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claims: userId · role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46320" y="3931920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74336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JWT forwarding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46320" y="4370832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74336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6 roles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976872" y="804672"/>
            <a:ext cx="2075688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976872" y="804672"/>
            <a:ext cx="207568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76872" y="80467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086600" y="1298448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1461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 (8761)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086600" y="1737360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14616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086600" y="2176272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14616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multi-module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086600" y="2615184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14616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 rolling logs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086600" y="3054096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14616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086600" y="3493008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1461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Feign client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7086600" y="3931920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14616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MySQL databases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7086600" y="4370832"/>
            <a:ext cx="64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14616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Email reset flow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8680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8046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75104" y="804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80467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0" y="8046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50608" y="8046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170432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170432"/>
            <a:ext cx="73152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216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75104" y="1216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216152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JWT generation · User CRUD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121615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OTP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50608" y="121615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OTP forgot-password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755648"/>
            <a:ext cx="8686800" cy="54864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755648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Patient-Service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75104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42032" y="1801368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enrollment · Visit scheduling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80136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Visit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180136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status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340864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340864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386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Sample-Service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75104" y="2386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42032" y="2386584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management · Lab Results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386584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· LabResult · StatusHistory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50608" y="2386584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· restore · status timeline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926080"/>
            <a:ext cx="8686800" cy="54864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92608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75104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42032" y="2971800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· banners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2971800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50608" y="2971800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Mark-as-read · approval/rejection alerts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511296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511296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557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75104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42032" y="3557016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Compliance Reports (8 types)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3557016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· ComplianceReport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50608" y="3557016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 export · RESTORE logging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4096512"/>
            <a:ext cx="8686800" cy="548640"/>
          </a:xfrm>
          <a:prstGeom prst="rect">
            <a:avLst/>
          </a:prstGeom>
          <a:solidFill>
            <a:srgbClr val="F1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4096512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142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Protocol-Service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975104" y="4142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42032" y="4142232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protocols · Research sites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414223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· Site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50608" y="414223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· DRAFT → ACTIVE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" y="4681728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" y="4681728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727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975104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42032" y="4727448"/>
            <a:ext cx="26334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· analytics dashboard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KpiReport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50608" y="472744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DATA_MANAGER role exclusive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202996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41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(CRUD)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73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audit logs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any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42032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 stats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5728" y="841248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95728" y="841248"/>
            <a:ext cx="202996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841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MGR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05456" y="1261872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15184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+ Visits CRUD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05456" y="1517904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+ Sites CRUD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05456" y="1773936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1773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submissions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05456" y="2029968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15184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banners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05456" y="2286000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Requests panel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05456" y="2542032"/>
            <a:ext cx="5486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5184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Patients / Sites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35424" y="841248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35424" y="841248"/>
            <a:ext cx="202996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841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45152" y="1261872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full CRUD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45152" y="1517904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full CRUD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45152" y="1773936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773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+ restore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45152" y="202996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Deleted filter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45152" y="2286000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status history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45152" y="2542032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cards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841248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75120" y="841248"/>
            <a:ext cx="202996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48272" y="841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84848" y="1261872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protocols (DRAFT)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84848" y="1517904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1517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sites (PENDING)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84848" y="1773936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1773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Approval/rejection banners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84848" y="2029968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protocols/sites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784848" y="2286000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for approved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84848" y="2542032"/>
            <a:ext cx="5486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94576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history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6032" y="2871216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2871216"/>
            <a:ext cx="20299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28712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OFFICER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5760" y="3291840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" y="32918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audit logs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3547872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" y="3547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action / role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" y="3803904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" y="3803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(8 types)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4059936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" y="4059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CSV export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4315968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488" y="4315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Audit Logs card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5760" y="4572000"/>
            <a:ext cx="5486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" y="4572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Reports card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35424" y="2871216"/>
            <a:ext cx="20299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535424" y="2871216"/>
            <a:ext cx="20299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08576" y="28712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645152" y="3291840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54880" y="32918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full CRUD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645152" y="3547872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547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645152" y="3803904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0" y="3803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metrics view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645152" y="4059936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40599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patient/sample access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645152" y="4315968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4315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 access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645152" y="4572000"/>
            <a:ext cx="548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54880" y="4572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stat card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256032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roles share: Notifications page · Role-specific sidebar navigation · Personalized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278892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its own stat cards, quick actions, and recent-activity section cards. No information leakage across roles.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788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82696" y="124358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submits protocol/site (DRAFT) → CTM/Admin sees Pending Requests panel → One-click Approve or Reject → Notification sent instantly.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822960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System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1344" y="124358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UPDATE, DELETE, RESTORE auto-recorded in Compliance Service via Feign client. Visible to ADMIN and REGULATORY_OFFICER.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88920"/>
            <a:ext cx="2788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+ Restore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320954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and Lab Results are never hard-deleted. 'Show Deleted' toggle reveals deleted rows. Lab Technician and Admin can restore. Audit log tracks RESTORE.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788920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Status Timeline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82696" y="320954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→ IN_STORAGE → ANALYZED → DISPOSED. Each transition is recorded with timestamp and actor. Viewable in the sample detail modal.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2788920"/>
            <a:ext cx="2788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81344" y="3209544"/>
            <a:ext cx="2551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report types: Audit Trail, Data Change, Protocol Compliance, Patient Consent, Sample Custody, Lab Validation, Security Access, Regulatory Submission. Export PDF + CSV.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1148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411480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41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298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 → IAM validates BCrypt password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8928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075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JwtUtil.generateToken() → HS256 · 8h expiry · claims: userId, userName, userRole, authorities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87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670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stores JWT in Context (not localStorage) — XSS-safe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8152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264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adds: Authorization: Bearer &lt;token&gt;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75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Filter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8587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validates token, extracts claims, populates SecurityContext.details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7024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270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4531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@PreAuthorize('hasAnyRole(...)') — method-level security enforced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841248"/>
            <a:ext cx="425196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841248"/>
            <a:ext cx="42519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8412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 Decisions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36592" y="1298448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2984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shouldNotFilter() Pattern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152704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specific endpoints bypass JWT: login, register, forgot-password, verify-otp, reset-password. /me and /validate are intentionally NOT excluded.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36592" y="2011680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JwtAuthFilter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22402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has its own filter — validates token independently, no shared session, reads userId+role from JWT claims into SecurityContext.details map.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36592" y="2724912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7249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64608" y="29535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Security's BCryptPasswordEncoder with default strength 10. Passwords never stored in plain text or logged.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36592" y="3438144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438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Client Auth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366674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Inter-service Feign calls forward the user's JWT as Authorization header — audit logs capture the real user, not a service account.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36592" y="4151376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41513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Everywhere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64608" y="437997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controller method has @PreAuthorize annotation. No endpoint relies on frontend hiding — backend enforces RBAC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Audit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2788920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Pattern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isolated MySQL databases — one per microservice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0136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communicate via Feign clients, not shared DB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managed by Hibernate DDL-auto: update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80720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889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cross-database JOINs — loose coupling enforced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Patient-Service: biotrack_patient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81304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947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Sample-Service: biotrack_sample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4315968"/>
            <a:ext cx="64008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DB has its own connection pool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82296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822960"/>
            <a:ext cx="2788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82696" y="129844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2801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have a boolean `deleted` field (default false)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180136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17830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endpoint sets deleted = true, never removes row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230428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228600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endpoints filter: findByDeletedFalse()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82696" y="280720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7889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/deleted endpoint: findByDeletedTrue()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82696" y="331012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2918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/{id}/restore resets deleted = false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82696" y="381304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37947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soft-delete/restore operations create audit entries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82696" y="4315968"/>
            <a:ext cx="6400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42976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UI via 'Show Deleted' toggle (Lab Tech + Admin)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53328" y="82296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53328" y="822960"/>
            <a:ext cx="2788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Architecture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81344" y="129844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12801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has an AuditClient (Feign interface)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81344" y="180136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17830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audit() after every write operation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1344" y="230428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228600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userId, email, userName, userRole, action, resourceType, entityId, timestamp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81344" y="280720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27889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ActionType enum: CREATE, UPDATE, DELETE, RESTORE, VIEW, LOGIN, LOGOUT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81344" y="331012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32918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catch(Exception ignored) — audit never breaks main flow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81344" y="381304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0216" y="379476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Service stores all entries in audit_logs table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81344" y="4315968"/>
            <a:ext cx="6400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0216" y="429768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ADMIN + REGULATORY_OFFICER only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502920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502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9326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Expiry Blocking Login After 1 Hour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43584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After 1 hour idle, the expired JWT in the browser caused JwtFilter to return HTTP 401 even for the login endpoint — blocking all re-authentication.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shouldNotFilter() to JwtFilter listing exactly 5 public endpoints. Changed catch block to clearContext() and continue (not return 401). Fixed too-broad path.startsWith() that was also excluding /me endpoint.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841248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841248"/>
            <a:ext cx="502920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841248"/>
            <a:ext cx="502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02936" y="9326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Logback %clr / %wEx Converters Failing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02936" y="1243584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Services crashed on startup with: 'There is no conversion class registered for composite conversion word [clr]'. Custom logback-spring.xml broke all services.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02936" y="1847088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explicit &lt;conversionRule&gt; declarations for Spring Boot's ColorConverter and WhitespaceThrowableProxyConverter at the top of all 7 logback-spring.xml files. Spring Boot only auto-registers these when it manages initialization.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7889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88920"/>
            <a:ext cx="502920" cy="1810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788920"/>
            <a:ext cx="502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" y="28803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Audit Entries Silently Dropped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19125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Restoring a deleted sample/lab result was not creating any audit log. The audit() call used 'RESTORE' but the ActionType enum only had CREATE, UPDATE, DELETE, LOGIN, LOGOUT — causing a 400 from compliance-service, silently caught.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" y="3794760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RESTORE and VIEW to the ActionType enum in compliance-service. Rebuilt and restarted the service. All restore operations across sample-service, patient-service, and protocol-service now properly record audit entries.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7889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788920"/>
            <a:ext cx="502920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788920"/>
            <a:ext cx="502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02936" y="28803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 Missing Delete/Restore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02936" y="319125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All three restricted endpoints (DELETE, GET /deleted, PUT /restore) in both SampleController and LabResultController were guarded by hasRole('ADMIN') only, leaving Lab Technicians unable to perform their job.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02936" y="3794760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Changed 6 @PreAuthorize annotations to hasAnyRole('ADMIN','LAB_TECHNICIAN') in both controllers. Updated 3 UI checks in Samples.jsx and 3 in LabResults.jsx from hasRole('ADMIN') to hasRole('ADMIN','LAB_TECHNICIAN').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676656"/>
            <a:ext cx="3657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41248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41248"/>
            <a:ext cx="2724912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" y="1261872"/>
            <a:ext cx="5486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Full dashboard stats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2376" y="1645920"/>
            <a:ext cx="5486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patient → Approve researcher protocol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" y="2029968"/>
            <a:ext cx="5486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Delete/Restore sample → View audit log entry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47872" y="841248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841248"/>
            <a:ext cx="2724912" cy="3291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75888" y="1261872"/>
            <a:ext cx="54864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Pending Requests panel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75888" y="1645920"/>
            <a:ext cx="54864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protocol → Notification sent to Researcher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75888" y="2029968"/>
            <a:ext cx="54864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patient → CTM banner notifies CTM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01384" y="841248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1384" y="841248"/>
            <a:ext cx="2724912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4536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1261872"/>
            <a:ext cx="54864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1243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Recent Samples + Lab Results cards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54864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sample → Upload lab result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2029968"/>
            <a:ext cx="54864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sample → Show Deleted → Restore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2834640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834640"/>
            <a:ext cx="272491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28346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2376" y="3255264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Protocols + Sites activity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" y="3639312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protocol (DRAFT) → Wait for approval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2376" y="4023360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green Approved banner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47872" y="2834640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47872" y="2834640"/>
            <a:ext cx="272491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28346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Officer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75888" y="3255264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Audit Logs + Compliance stat cards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75888" y="3639312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Recent Audit Logs on dashboard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75888" y="4023360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Protocol Compliance report → Export PDF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501384" y="2834640"/>
            <a:ext cx="2724912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01384" y="2834640"/>
            <a:ext cx="272491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28346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Mgr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29400" y="3255264"/>
            <a:ext cx="5486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KPI Reports card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29400" y="3639312"/>
            <a:ext cx="5486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KPI reports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629400" y="4023360"/>
            <a:ext cx="5486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48272" y="4005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charts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BioTrack · 7 Microservices · 6 Roles · Spring Boot 3.3.5 + React 18 · Full Audit Trail · Production-Ready Security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BioTrack Clinical Research Platform</dc:title>
  <dc:subject>PptxGenJS Presentation</dc:subject>
  <dc:creator>PptxGenJS</dc:creator>
  <cp:lastModifiedBy>PptxGenJS</cp:lastModifiedBy>
  <cp:revision>1</cp:revision>
  <dcterms:created xsi:type="dcterms:W3CDTF">2026-06-01T07:19:04Z</dcterms:created>
  <dcterms:modified xsi:type="dcterms:W3CDTF">2026-06-01T07:19:04Z</dcterms:modified>
</cp:coreProperties>
</file>